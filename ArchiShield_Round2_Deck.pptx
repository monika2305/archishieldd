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Strong opener — live system, not slides. Mention role-adaptive UI as a headline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LIVE DEMO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457200"/>
            <a:ext cx="36576" cy="365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57200"/>
            <a:ext cx="36576" cy="365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0"/>
            <a:ext cx="36576" cy="365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914400"/>
            <a:ext cx="36576" cy="365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914400"/>
            <a:ext cx="36576" cy="365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685800"/>
            <a:ext cx="1188720" cy="1188720"/>
          </a:xfrm>
          <a:prstGeom prst="roundRect">
            <a:avLst>
              <a:gd name="adj" fmla="val 13846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704088"/>
            <a:ext cx="1188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</a:rPr>
              <a:t>ROUND 2  ·  FUNCTIONAL MVP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07899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ArchiShield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011680" y="1828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by ArchiTechs  —  Where Architecture meets Technology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live, working AI-powered platform that detects and fixes data loss in IFC BIM models — with an interface that adapts to who's using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730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Live Modules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32004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06040" y="3730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Loss Levels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3730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Role-Adaptive UIs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37960" y="32004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3730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Groq-Powered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Every IFC export silently corrupts data — across 5 dimensions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 IfcWall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Pset_WallCommon OK  FireRating: 2HR OK  Storey: L2 OK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66534"/>
                </a:solidFill>
              </a:rPr>
              <a:t>As designed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20640" y="118872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 IfcBuildingElementProxy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Pset_WallCommon X  FireRating: X  Storey: 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1B1B"/>
                </a:solidFill>
              </a:rPr>
              <a:t>After IFC export — silently lost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  Semantic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83464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L2  Property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03904" y="283464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L3  Quantity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22976" y="283464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L4  Relationship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42048" y="283464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2834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L5  Geometry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No existing tool detects all 5 — and none are built for India's NBC 2016 standard.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 fully functional multipage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IFC Upload &amp; Scan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Parses any IFC file via ifcopenshell, runs the 5-level analysis instantly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Quality Scoring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0-100 weighted score with severity classification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13 Analysis Modules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Proxy classification, Pset analysis, storey quality, NBC compliance, and more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AI Assistant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Natural-language Q&amp;A grounded in live model data, with voice input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337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Role-Adaptive Interface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distinct UIs — Architect, BIM Manager, Contractor, FM, Student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114800" cy="96012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337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Cloud 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611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Private per-user IFC file storage and retrieval via Supabase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PRODUCT — LIVE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92608"/>
          </a:xfrm>
          <a:prstGeom prst="roundRect">
            <a:avLst>
              <a:gd name="adj" fmla="val 21875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87782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877824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87782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777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archishield.app  /  dashboard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069848"/>
            <a:ext cx="1737360" cy="3639312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71600"/>
            <a:ext cx="17373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755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Proxy Check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Pset Analysis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5237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Storey Quality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NBC Compliance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Corrections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675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Ask 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Hospital_Tower_v3.ifc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Uploaded 2 min ago  ·  IFC4  ·  Revit 2024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1783080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6534"/>
                </a:solidFill>
              </a:rPr>
              <a:t>84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28600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QUALITY SCORE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60520" y="1783080"/>
            <a:ext cx="1234440" cy="1188720"/>
          </a:xfrm>
          <a:prstGeom prst="roundRect">
            <a:avLst>
              <a:gd name="adj" fmla="val 538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18745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248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6052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Elements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00" y="1783080"/>
            <a:ext cx="1234440" cy="1188720"/>
          </a:xfrm>
          <a:prstGeom prst="roundRect">
            <a:avLst>
              <a:gd name="adj" fmla="val 538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8745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23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Proxies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12280" y="1783080"/>
            <a:ext cx="1234440" cy="1188720"/>
          </a:xfrm>
          <a:prstGeom prst="roundRect">
            <a:avLst>
              <a:gd name="adj" fmla="val 538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18745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82%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Semantic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8600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L1 Semantic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49040" y="322783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3227832"/>
            <a:ext cx="1975104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18%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28600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L2 Property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49040" y="3520440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3520440"/>
            <a:ext cx="987552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447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9%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86000" y="37398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L3 Quantity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49040" y="3813048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9040" y="3813048"/>
            <a:ext cx="438912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739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4%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286000" y="4032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L4 Relationship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4105656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4105656"/>
            <a:ext cx="131673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12%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860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L5 Geometry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49040" y="4398264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4398264"/>
            <a:ext cx="457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0%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ROLE-ADAPTIVE INTERFACE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Same data. Five completely different dashboards — colour, layout, and language all change automatically.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609344" cy="420624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1609344" cy="2734056"/>
          </a:xfrm>
          <a:prstGeom prst="roundRect">
            <a:avLst>
              <a:gd name="adj" fmla="val 3977"/>
            </a:avLst>
          </a:prstGeom>
          <a:solidFill>
            <a:srgbClr val="F3E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2763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Minimal canvas. Large score, visual-first layout.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" y="2286000"/>
            <a:ext cx="1389888" cy="14630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231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84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" y="29718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Quality Score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1152144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291840"/>
            <a:ext cx="967801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005840"/>
            <a:ext cx="1609344" cy="420624"/>
          </a:xfrm>
          <a:prstGeom prst="roundRect">
            <a:avLst>
              <a:gd name="adj" fmla="val 1304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00584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BIM Manager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66544" y="1517904"/>
            <a:ext cx="1609344" cy="2734056"/>
          </a:xfrm>
          <a:prstGeom prst="roundRect">
            <a:avLst>
              <a:gd name="adj" fmla="val 3977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162763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Dense dashboard. Full IFC detail, all 5 levels visible.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76272" y="2286000"/>
            <a:ext cx="1389888" cy="14630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3704" y="23957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L1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487168" y="2441448"/>
            <a:ext cx="868680" cy="8229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7168" y="2441448"/>
            <a:ext cx="60807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3704" y="26426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L2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487168" y="2688336"/>
            <a:ext cx="868680" cy="8229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2688336"/>
            <a:ext cx="304038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03704" y="28895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L4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487168" y="2935224"/>
            <a:ext cx="868680" cy="8229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87168" y="2935224"/>
            <a:ext cx="4343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3136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</a:rPr>
              <a:t>L5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487168" y="3182112"/>
            <a:ext cx="868680" cy="8229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87168" y="3182112"/>
            <a:ext cx="8686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67328" y="1005840"/>
            <a:ext cx="1609344" cy="420624"/>
          </a:xfrm>
          <a:prstGeom prst="roundRect">
            <a:avLst>
              <a:gd name="adj" fmla="val 13043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100584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Contractor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67328" y="1517904"/>
            <a:ext cx="1609344" cy="2734056"/>
          </a:xfrm>
          <a:prstGeom prst="roundRect">
            <a:avLst>
              <a:gd name="adj" fmla="val 3977"/>
            </a:avLst>
          </a:prstGeom>
          <a:solidFill>
            <a:srgbClr val="FFE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77056" y="162763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Bold action board. Fix-first call-to-actions.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77056" y="2286000"/>
            <a:ext cx="1389888" cy="14630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78808" y="2395728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78808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77056" y="299923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580C"/>
                </a:solidFill>
              </a:rPr>
              <a:t>FIX NOW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68112" y="1005840"/>
            <a:ext cx="1609344" cy="420624"/>
          </a:xfrm>
          <a:prstGeom prst="roundRect">
            <a:avLst>
              <a:gd name="adj" fmla="val 13043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100584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Facility Manager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68112" y="1517904"/>
            <a:ext cx="1609344" cy="2734056"/>
          </a:xfrm>
          <a:prstGeom prst="roundRect">
            <a:avLst>
              <a:gd name="adj" fmla="val 3977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162763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Compliance tracker. Explicit Pass/Fail checklist.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2286000"/>
            <a:ext cx="1389888" cy="14630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05272" y="2414016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88152" y="239572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</a:rPr>
              <a:t>Floors assigned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5605272" y="2660904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88152" y="264261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</a:rPr>
              <a:t>Geometry complete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5605272" y="2907792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88152" y="288950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0F172A"/>
                </a:solidFill>
              </a:rPr>
              <a:t>Types assigned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7168896" y="1005840"/>
            <a:ext cx="1609344" cy="420624"/>
          </a:xfrm>
          <a:prstGeom prst="roundRect">
            <a:avLst>
              <a:gd name="adj" fmla="val 13043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14616" y="100584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Student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68896" y="1517904"/>
            <a:ext cx="1609344" cy="2734056"/>
          </a:xfrm>
          <a:prstGeom prst="roundRect">
            <a:avLst>
              <a:gd name="adj" fmla="val 3977"/>
            </a:avLst>
          </a:prstGeom>
          <a:solidFill>
            <a:srgbClr val="CFF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78624" y="162763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Learning mode. Plain-English explanations.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78624" y="2286000"/>
            <a:ext cx="1389888" cy="14630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78624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?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278624" y="265176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What is a proxy element?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278624" y="290779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An element that lost its IFC type during export.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Plus: a Technical / Business / Full view-mode toggle on every page — independent of role — switching between IFC jargon and plain English.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ASSISTANT — ASK YOUR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8412480" cy="292608"/>
          </a:xfrm>
          <a:prstGeom prst="roundRect">
            <a:avLst>
              <a:gd name="adj" fmla="val 21875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87782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877824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87782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7772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archishield.app  /  ask-your-model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Ask plain-English questions — grounded in your live-scanned model, never hallucinated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554480"/>
            <a:ext cx="475488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54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40AF"/>
                </a:solidFill>
              </a:rPr>
              <a:t>"Summarise the biggest problems in this model"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2194560"/>
            <a:ext cx="7315200" cy="1234440"/>
          </a:xfrm>
          <a:prstGeom prst="roundRect">
            <a:avLst>
              <a:gd name="adj" fmla="val 5185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AI Assistant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25420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The model has 23 proxy elements (9.3%) causing the biggest issue — semantic loss at 18%. Floor 3 has the most proxies (11 of 23). Property loss is moderate at 9%, mostly missing fire ratings on walls. Recommend fixing proxies first.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40AF"/>
                </a:solidFill>
              </a:rPr>
              <a:t>"Which walls are missing fire rating?"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69494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Type or speak your question...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429768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589520" y="4251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251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 — HOW IT'S BUILT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325880" cy="1554480"/>
          </a:xfrm>
          <a:prstGeom prst="roundRect">
            <a:avLst>
              <a:gd name="adj" fmla="val 4828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515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Browser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5544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User interface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64792" y="914400"/>
            <a:ext cx="1325880" cy="1554480"/>
          </a:xfrm>
          <a:prstGeom prst="roundRect">
            <a:avLst>
              <a:gd name="adj" fmla="val 4828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37944" y="10515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Streamlit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37944" y="15544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Python web framework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63824" y="914400"/>
            <a:ext cx="1325880" cy="1554480"/>
          </a:xfrm>
          <a:prstGeom prst="roundRect">
            <a:avLst>
              <a:gd name="adj" fmla="val 482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36976" y="10515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ifcopenshell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36976" y="15544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IFC parsing engine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62856" y="914400"/>
            <a:ext cx="1325880" cy="1554480"/>
          </a:xfrm>
          <a:prstGeom prst="roundRect">
            <a:avLst>
              <a:gd name="adj" fmla="val 482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36008" y="10515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5-Level Engine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6008" y="15544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Custom analysis logic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61888" y="914400"/>
            <a:ext cx="1325880" cy="1554480"/>
          </a:xfrm>
          <a:prstGeom prst="roundRect">
            <a:avLst>
              <a:gd name="adj" fmla="val 4828"/>
            </a:avLst>
          </a:prstGeom>
          <a:solidFill>
            <a:srgbClr val="F3E8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0515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</a:rPr>
              <a:t>Groq 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15544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Llama 3.3 70B — AI answers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60920" y="914400"/>
            <a:ext cx="1325880" cy="1554480"/>
          </a:xfrm>
          <a:prstGeom prst="roundRect">
            <a:avLst>
              <a:gd name="adj" fmla="val 482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34072" y="10515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Supabase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34072" y="1554480"/>
            <a:ext cx="117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</a:rPr>
              <a:t>Storage + auth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Repository 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8412480" cy="16002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Home.py · theme.py · role_ui.py · view_mode.py · supabase_storage.py · page_runner.py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         8 native multipage entries — dashboard, analysis, reports, cloud library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legacy_pages/  13 analysis modules — proxy, pset, storey, NBC, BCF, geometry, NLQ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WE'RE DIFFERENT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Capability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Solibri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91440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Navisworks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0" y="91440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ArchiShield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79552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5-level data loss detection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NBC 2016 compliance check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23160"/>
            <a:ext cx="79552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AI assistant grounded in live model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Role-adaptive interface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79552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Voice-controlled queries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Free / low-cost to run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0" y="3931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931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3931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IMPACT &amp; WHAT'S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500+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BIM projects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 India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87168" y="77724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Rs100Cr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87168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Govt. BIM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mandate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08576" y="77724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2626"/>
                </a:solidFill>
              </a:rPr>
              <a:t>Rs10-50L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08576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Cost per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coordination error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29984" y="77724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8412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</a:rPr>
              <a:t>200+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29984" y="1371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Colleges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adopting BIM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114800" cy="2331720"/>
          </a:xfrm>
          <a:prstGeom prst="roundRect">
            <a:avLst>
              <a:gd name="adj" fmla="val 2745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LIVE IN THIS MVP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13 working analysis modules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843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5-level scoring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AI assistant + voice input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Role-adaptive UI, 5 themes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NBC 2016 compliance checker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Cloud storage via Supabase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4114800" cy="2331720"/>
          </a:xfrm>
          <a:prstGeom prst="roundRect">
            <a:avLst>
              <a:gd name="adj" fmla="val 2745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ROADMAPPED NEXT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ML proxy classifier (LightGBM)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843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Team / collaborative workspaces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145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Google OAuth sign-in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BIM Clash Detector (product #2)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Quantity Extractor (product #3)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• Public API access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011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ArchiShield  ·  ArchiTechs  ·  Round 2 — Functional MVP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502920"/>
            <a:ext cx="1828800" cy="18288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0" y="521208"/>
            <a:ext cx="18288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Let's see it live.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ArchiShield — a working AI platform with a role-adaptive interface, ready to demo right now.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Live Prototype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63240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5 Role UIs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AI-Powered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46520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Round 2 Ready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ArchiShield — Round 2 MVP</dc:title>
  <dc:subject>PptxGenJS Presentation</dc:subject>
  <dc:creator>PptxGenJS</dc:creator>
  <cp:lastModifiedBy>PptxGenJS</cp:lastModifiedBy>
  <cp:revision>1</cp:revision>
  <dcterms:created xsi:type="dcterms:W3CDTF">2026-06-20T13:33:24Z</dcterms:created>
  <dcterms:modified xsi:type="dcterms:W3CDTF">2026-06-20T13:33:25Z</dcterms:modified>
</cp:coreProperties>
</file>